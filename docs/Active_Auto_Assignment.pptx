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2dd6f061-c362-a1ae-644f-83aa76c34d2e}">
          <p14:sldIdLst>
            <p14:sldId id="256"/>
            <p14:sldId id="257"/>
            <p14:sldId id="258"/>
          </p14:sldIdLst>
        </p14:section>
        <p14:section name="설계" id="{4c3ce89d-d953-0c1e-4223-ab24412dee8c}">
          <p14:sldIdLst>
            <p14:sldId id="259"/>
            <p14:sldId id="260"/>
            <p14:sldId id="261"/>
          </p14:sldIdLst>
        </p14:section>
        <p14:section name="기회 생성 · 종료" id="{6ae45931-67ca-bd0d-1f85-fc7280cd8597}">
          <p14:sldIdLst>
            <p14:sldId id="262"/>
            <p14:sldId id="263"/>
            <p14:sldId id="264"/>
          </p14:sldIdLst>
        </p14:section>
        <p14:section name="진행 · 운영" id="{94ab683c-6a84-8e1e-795d-97a3e2a43219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C등급 근무 시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C등급 전원 휴가 시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60</c:v>
                </c:pt>
                <c:pt idx="1">
                  <c:v>40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F293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Asana 티켓 'Core - Active셀러를 위한 자동할당 개발' (RITM1306615) 개발 결과 공유 자료.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초기 설계는 Assign1(01_ba, 60일 내 통화 이력 필터) → Assign2 → Close 체인이었으나, 9/3 사용자 요청으로 Active_Assignment_01_ba 를 제거하고 스케줄러는 02_ba 만 실행하도록 변경됨.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Active Auto Assignment · RITM1306615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Active Auto Assignment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자동할당 배치 개발 결과 공유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상품 등록 후 판매가 없는 3P 셀러에게 SSR-Active 영업기회를 자동 생성·할당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RITM1306615 · Coupang Salesforce · 2026.09 운영 배포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한눈에 보기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기존 MM Assignment는 그대로 유지하고, '상품 등록 → 미판매' 셀러를 위한 별도 자동할당을 추가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D-10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상품 최초 등록일 기준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대상 Account 추출일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32588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09:00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0574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매일 자동 실행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(Schedule Apex)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+21일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0574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기회 Close Date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(실적 인정 기간)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32588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A·B·C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20574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3P Active 등급별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가중치 배분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9718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할당: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휴가자를 제외한 Emerging MMA 사용자에게 등급 비율·당일 부하 순으로 균등 배분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생성: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3P MM Common 레코드타입 기회(SSR-Active 2) 생성 + Account Owner 변경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종료: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첫 주문 발생 시 즉시 Won(Trigger·배치), Close Date 경과 시 자동 Lost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모니터링: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실행 결과(할당/미할당/오류 건수)를 담당자 이메일로 매일 리포트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요청 배경 — MM Assignment와의 차이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기존 기준과 유사한 조건 문서를 바탕으로, 영업 독려 시점을 '상품 등록 후'로 옮긴 추가 할당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2377440" cy="25603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기존 · MM Assignment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20240"/>
            <a:ext cx="3611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Account 생성 후 10일간 상품 미등록 셀러 대상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MMA-PR 기회 자동 생성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MM_Groups_Percentage__c 기반 그룹 배분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계속 운영 (중단하지 않음)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40233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508760"/>
            <a:ext cx="237744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508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신규 · Active Auto Assignment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920240"/>
            <a:ext cx="3611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상품은 등록했으나 판매가 없는 셀러 대상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SSR-Active 2 기회 자동 생성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Active_Group_Percentage__c (A/B/C) 기반 배분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MMA-PR 기회가 이미 있는 셀러는 제외 → 중복 할당 방지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15968" y="2395728"/>
            <a:ext cx="512064" cy="51206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15968" y="2395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+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전체 구성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스케줄러 2개, 배치 2개, 공통 Helper 1개, Account Trigger 보완으로 구성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① 할당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28600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55448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Active_Assignment_sc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매일 09:00 실행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16352" y="1874520"/>
            <a:ext cx="365760" cy="237744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554480"/>
            <a:ext cx="24688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55848" y="155448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Active_Assignment_02_ba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대상 추출 → 기회 생성 → Owner 변경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788152" y="1874520"/>
            <a:ext cx="365760" cy="237744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554480"/>
            <a:ext cx="24688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27648" y="155448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결과 이메일 리포트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할당 / 미할당 / 오류 건수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606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② 종료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228600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288036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Active_Assignment_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CloseOppty_sc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별도 스케줄 등록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816352" y="3200400"/>
            <a:ext cx="365760" cy="237744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2880360"/>
            <a:ext cx="24688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55848" y="288036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Active_Assignment_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CloseOppty_ba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첫 주문 → Won / 기한 경과 → Lost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2880360"/>
            <a:ext cx="24688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27648" y="288036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Account_tr (보완)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첫 주문 일시 입력 시 즉시 Won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93192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Active_Assignment_Helper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공통 로직 — 대상 사용자 조회·휴가 제외, 등급별 할당량 계산(Allocator), 기회 포맷, 이메일 발송, 설정값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할당 대상 Account 추출 조건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Active_Assignment_02_ba.start() — 조건을 모두 만족하는 Account만 대상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206240"/>
                <a:gridCol w="283464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 유형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Seller_Type__c 에 '3P' 포함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Seller_Country__c ≠ China / Hong Kong / Macau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Lead_Status__c ≠ '3P No assign',  Closed_Business__c = FALSE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상품 등록일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vendor_first_product_registion_date__c = 오늘 − D일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 = Custom Label MM_AssignmentFirstRegistion (현재 10)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미판매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Vendor_first_order_uploaded_at__c = NULL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주문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 방지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MMA-PR 기회 없음,  Oppty_Check__c = 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MM Assignment 대상과 겹치지 않도록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레코드타입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X3P_Account 또는 Master_record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RITM1369244 반영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Global_Seller__c = FALSE,  Seller_Id__c LIKE 'A%',  RG_First_Active_date__c = NULL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RITM1369244 반영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 Name에 '유한회사' 포함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execute 단계에서 제외 (9/3 추가 요청)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담당자 할당 로직 (Allocator)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기존 MM_Assignment_ba의 UserQueue / 그룹 배분 로직을 재구성하고 누락분을 보완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234440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대상 사용자 조회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활성 · Profile 'Emerging MMA' · X3P_Active__c(A/B/C) 보유, 당일 휴가(연차·반차) Event 사용자 제외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6712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075688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등급별 할당량 계산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Custom Setting Active_Group_Percentage__c 비율 × 대상 건수 (반올림). 반올림 잔여분도 재분배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916936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빈 등급 재분배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구성원이 없는 등급의 할당량은 남은 등급에 고르게 이전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84962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758184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당일 부하 순 정렬 → 순환 배정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오늘 Active 기회를 적게 받은 사용자부터, 등급 잔여 할당량이 있는 동안 라운드로빈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577840" y="1280160"/>
            <a:ext cx="3108960" cy="33375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6072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예시 · 대상 100건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설정 비율  A 50% · B 30% · C 20%</a:t>
            </a:r>
            <a:endParaRPr lang="en-US" sz="10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669280" y="1965960"/>
          <a:ext cx="29260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생성되는 Opportunity 형식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할당된 Account마다 기회 1건 생성 → 생성 성공 건만 Account Owner를 담당자로 변경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1206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Record Type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3P MM Common (X3P_MM_Common)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Name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{Account명}_SSR-Active 2_{yyyy-MM-dd}  (120자 초과 시 Account명 축약)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Owner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Allocator가 배정한 사용자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MM_Priority__c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SSR-Active 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Task__c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생성일 (Task 할당일)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Close Date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생성일 + 21일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 중(In Process)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280160"/>
            <a:ext cx="2834640" cy="310896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저장 처리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1783080"/>
            <a:ext cx="2514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Database.insert(…, false) 부분 성공 허용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기회 생성 성공 건만 Account Owner 업데이트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실패 건은 레코드 Id·오류코드를 수집해 결과 메일에 첨부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할당량 소진 시 'No Assignee'로 집계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기회 자동 종료 규칙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대상: 3P MM Common · SSR-Active 1/2 · 미종료 기회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137160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371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Closed Won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371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Account_tr 즉시 · 배치 보정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556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조건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933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Account에 첫 주문 일시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(Vendor_first_order_uploaded_at__c) 존재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5420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처리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779776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Stage → 기회성공(Closed Won)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Close Date → 오늘 (배치 처리 시)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40233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371600"/>
            <a:ext cx="137160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1371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Closed Lost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1371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CloseOppty 배치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17556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조건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19933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첫 주문 없음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Close Date ≤ 오늘 (생성 후 21일 경과)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25420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처리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2779776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Stage → 기회상실(Closed Lost),  Loss Reason = Other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사유 = 실적 인정 기준일자 초과로 인해 자동 기회 상실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39684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⚡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370332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Account_tr.checkCloseOpportunity_SSR_Active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(afterUpdate)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첫 주문 일시가 새로 입력·변경되면, 해당 Account의 SSR-Active 1/2 기회 중 Stage가 '진행 중(In Process)'인 건을 즉시 Closed Won 처리. 그 외 미종료 기회는 다음 배치에서 처리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결과 리포트와 예외 처리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실행 결과는 매일 이메일로 확인 — 할당이 불가능한 상황은 Warning 메일로 즉시 통지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Completed 메일 내용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대상일(D-10)과 대상 Account 건수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대상 사용자 수, 휴가자 명단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등급별 할당량 (Group Amount)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Assigned / No Assignee / Owner Updated 건수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오류 건수와 상세 메시지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453896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453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!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1280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대상 Account 0건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Warning 메일 발송 후 배치 종료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2130552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230428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213055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할당 가능 사용자 0명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Warning 메일 발송 후 배치 종료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2980944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315468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!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2980944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등급 비율 Custom Setting 없음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전 건 No Assignee + 경고 문구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3831336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400507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060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!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383133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저장 오류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부분 성공 처리, 실패 건 메일에 기록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진행 경과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요청부터 종료까지 약 6주 · 개발 공수 15 MD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2148840"/>
            <a:ext cx="7315200" cy="0"/>
          </a:xfrm>
          <a:prstGeom prst="line">
            <a:avLst/>
          </a:prstGeom>
          <a:noFill/>
          <a:ln w="38100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2020824"/>
            <a:ext cx="256032" cy="256032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860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08.05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2860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요청 접수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28600" y="2715768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조건 문서 수령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(Active Auto Assignment)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49424" y="2020824"/>
            <a:ext cx="256032" cy="256032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9164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08.06~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설계 · 개발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2715768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시나리오 정의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Sandbox 데모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12464" y="2020824"/>
            <a:ext cx="256032" cy="256032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5468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09.03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15468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추가 요청 반영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154680" y="2715768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D-15→D-10, 유한회사 제외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Lost 사유, Account_tr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175504" y="2020824"/>
            <a:ext cx="256032" cy="256032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1772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09.04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조건 보완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2715768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Trigger에 Stage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'진행 중' 조건 추가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38544" y="2020824"/>
            <a:ext cx="256032" cy="256032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8076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09.07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08076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UAT 완료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080760" y="2715768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배포셋 · 배포문서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전달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101584" y="2020824"/>
            <a:ext cx="256032" cy="256032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4380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09.09~14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54380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운영 배포 · 종료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543800" y="2715768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매일 09:00 스케줄 등록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티켓 Close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79476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3794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주요 변경: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초기 설계의 Assign1(60일 내 30초 이상 통화 성공 이력 제외) 배치 Active_Assignment_01_ba는 사용자 요청으로 제거되고, 스케줄러는 Assign2(02_ba)만 실행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운영 설정 가이드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배포 후 수동 설정 항목과 변경 가능한 설정값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206240" cy="1508760"/>
          </a:xfrm>
          <a:prstGeom prst="roundRect">
            <a:avLst>
              <a:gd name="adj" fmla="val 484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스케줄 등록 (Developer Console)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1907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System.schedule('Active Auto Assignment',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'0 0 9 * * ?', new Active_Assignment_sc());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95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또는 Setup › Scheduled Jobs › Schedule Apex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420624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017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종료 배치 스케줄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3375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Active_Assignment_CloseOppty_sc 는 할당 스케줄과 별도로 등록해야 Won/Lost 자동 종료가 동작함 (할당 배치 finish에서 체인 호출하지 않음)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280160"/>
          <a:ext cx="384048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1600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Custom Label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MM_AssignmentFirstRegistion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대상일 D값 (현재 10)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Custom Setting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Active_Group_Percentage__c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등급별 할당 비율(%)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User.X3P_Active__c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등급 (A/B/C)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Event Type 휴가(연차/반차)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당일 할당 제외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Helper.EMAIL_RECEIVERS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리포트 수신자 (코드 상수)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코드 분석 — 확인 필요 사항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첨부 Apex 코드(배치 · Helper · Account_tr) 기준 점검 결과, 운영 영향도 순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572000"/>
                <a:gridCol w="30175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02_ba에서 allocator.next()를 먼저 호출한 뒤 '유한회사'를 제외 → 제외 건도 할당량을 1건 소진하고, 어떤 건수에도 집계되지 않음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next() 호출 전에 제외하거나 쿼리에 Name NOT LIKE '%유한회사%' 추가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Account_tr의 즉시 Won은 Close Date를 바꾸지 않음 (배치는 오늘로 변경) → 처리 경로에 따라 Won 기회의 Close Date 기준이 다름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트리거에서도 CloseDate = 오늘 설정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CloseOppty_ba는 업데이트 실패를 System.debug로만 남김 → 종료 실패를 운영자가 알 수 없음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수집 후 finish에서 메일 발송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Active_Assignment_sc 주석은 01→02→Close 체인을 설명하나 실제로는 02_ba만 실행 (chainNext 미사용)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주석 정정, CloseOppty_sc 등록 여부 점검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Account_tr: 대상이 없어도 매 업데이트마다 SOQL 실행, 기회 update 실패 시 Account 저장까지 롤백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 없으면 return, Database.update(…, false)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 값 TODO 주석 잔존, 수신자 이메일 하드코딩, Assign1 전용 메서드 미사용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주석 정리, 수신자 Custom Label 이관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tive Assignment">
  <a:themeElements>
    <a:clrScheme name="Active Assignment">
      <a:dk1>
        <a:srgbClr val="1F2937"/>
      </a:dk1>
      <a:lt1>
        <a:srgbClr val="FFFFFF"/>
      </a:lt1>
      <a:dk2>
        <a:srgbClr val="1B2A4A"/>
      </a:dk2>
      <a:lt2>
        <a:srgbClr val="F3F5F9"/>
      </a:lt2>
      <a:accent1>
        <a:srgbClr val="1B2A4A"/>
      </a:accent1>
      <a:accent2>
        <a:srgbClr val="0F8B8D"/>
      </a:accent2>
      <a:accent3>
        <a:srgbClr val="F2A541"/>
      </a:accent3>
      <a:accent4>
        <a:srgbClr val="C2410C"/>
      </a:accent4>
      <a:accent5>
        <a:srgbClr val="6B7280"/>
      </a:accent5>
      <a:accent6>
        <a:srgbClr val="DCE7F0"/>
      </a:accent6>
      <a:hlink>
        <a:srgbClr val="0F8B8D"/>
      </a:hlink>
      <a:folHlink>
        <a:srgbClr val="6B7280"/>
      </a:folHlink>
    </a:clrScheme>
    <a:fontScheme name="Active Assignment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Active Auto Assignment 개발 결과</dc:title>
  <dc:subject>PptxGenJS Presentation</dc:subject>
  <dc:creator>DISCUSSION</dc:creator>
  <cp:lastModifiedBy>DISCUSSION</cp:lastModifiedBy>
  <cp:revision>1</cp:revision>
  <dcterms:created xsi:type="dcterms:W3CDTF">2026-10-25T04:50:08Z</dcterms:created>
  <dcterms:modified xsi:type="dcterms:W3CDTF">2026-10-25T04:50:08Z</dcterms:modified>
</cp:coreProperties>
</file>